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27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Arrancar mostrando la app en vivo en el proyector: salajuegosruiz.netlify.app. Que la vean funcionando ANTES de ver una sola línea de código. La pregunta que deja abierta la clase: ¿cómo se hace esto?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comparación de la soda es la que se queda pegada. Preguntar: ¿qué pasaría si el cliente pudiera entrar a la bodega y servirse? Insistir en que el frontend NUNCA toca la base de datos: es la regla que explica el 90% de las decisiones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dar la lista como dogma. Para cada herramienta hay alternativas buenas: MySQL sería mejor para un banco; Vue es más fácil de arrancar. Se escogieron estas por el problema concreto y por el mercado laboral costarricense. Esa frase de cierre vale para todo el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Practicar con Thunder Client antes de que exista una sola pantalla (clase 6). Que vean el 400 y el 404 a propósito: mandar un producto sin nombre, pedir un id que no existe. Los códigos no son trivia: son el idioma en que el backend dice qué pasó.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que ahorra más horas de sufrimiento. El contrato se escribe en el pizarrón el primer día del módulo y no se cambia sin avisar a los dos lados. Aquí se cobra lo que se prometió en la clase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Gastar tiempo aquí: es la bisagra de la presentación. Dedicar la clase 8 completa a useState y .map() sin backend, con datos escritos a mano. useEffect entra en la clase 9, cuando ya hay algo que pedir.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división: la pantalla pide y pinta, el servidor busca y responde. Ninguno hace el trabajo del otro. Es el único módulo sin token, así que es el mejor para que el mecanismo quede claro antes de agregar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Mostrarlo en vivo con la pestaña Network abierta: escribir rápido y contar las peticiones. Es el argumento más concreto de que el código se piensa, no solo se escribe. En el catálogo real la espera es de 400 ms; en el inventario, 500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que abre el tema: si les roban la base de datos, ¿pueden leer su contraseña de Facebook? Explicar que bcrypt va en una sola dirección. El JWT como el brazalete de una fiesta: la puerta lo revisa, no vuelve a preguntar el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en vivo: abrir la consola, escribir un token falso, entrar al dashboard y ver que las tablas quedan vacías porque el backend responde 401. Es la demostración que más impresiona y la que deja clara la diferencia entre UX y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patrón que se repite en todo el sistema: cuatro verbos, tres partes. Una vez que lo dominan en productos, ventas y reportes son el mismo esquema con otros datos. El borrado lógico es una decisión de negocio, no técnica: hay que argumentarla.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truco del formulario doble es la primera vez que ven de verdad para qué sirve reutilizar un componente. Sobre la foto: preguntarles qué pasa si 500 productos tienen una foto de 4 MB adentro de la base. La respuesta la sienten cuando la app se arrastra.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 discusión: ¿por qué no guardar el total en un useState? Porque quedan dos verdades y tarde o temprano se contradicen. Es el primer concepto de estado derivado del curso, y reaparece en los reportes.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diapositiva más importante del módulo. Los tres pasos del servidor son una operación compuesta: o pasan los tres o no pasa ninguno. Y la regla de oro del curso: nunca confiar en lo que manda el navegador. Se valida siempre en el servidor, aunque la pantalla ya haya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volviendo a la app en vivo: ahora que saben cómo funciona por dentro, verla otra vez. Recordar que el proyecto de cada equipo es para un negocio real que ellos escogen, no un ejemplo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AÑO · DESARROLLO DE SISTEMAS WEB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de Juegos Ruiz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6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hecho un sistema web real, por dentro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9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que está en producción hoy, usada por un negocio de verdad en Batán de Limón. No es un ejercicio: es el sistema que vamos a aprender a construir.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96896" y="379476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37947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53712" y="379476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37947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10528" y="3794760"/>
            <a:ext cx="1810512" cy="457200"/>
          </a:xfrm>
          <a:prstGeom prst="roundRect">
            <a:avLst>
              <a:gd name="adj" fmla="val 5000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379476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47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módulos que vamos a construir este año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COMPLETO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sistema web tiene tres partes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856232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la pantalla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 lo que la persona escribe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toca la base de datos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1389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02152" y="16276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02152" y="1856232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Recibe, valida y hace cuentas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que toca la base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JSON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FFF3DC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38988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C9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82512" y="16276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almacén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82512" y="1856232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productos y ventas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quedan aunque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apague todo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62656" y="2084832"/>
            <a:ext cx="338328" cy="182880"/>
          </a:xfrm>
          <a:prstGeom prst="rightArrow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43016" y="2084832"/>
            <a:ext cx="338328" cy="182880"/>
          </a:xfrm>
          <a:prstGeom prst="rightArrow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821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pide  →  el backend valida y responde  →  la base de datos guarda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3931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están separados? Por seguridad.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" y="388620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navegador pudiera hablarle directo a la base de datos, cualquier persona con conocimientos podría borrar todas las ventas desde su casa. El backend es el portero: nadie pasa sin que él revise. Es la misma idea de una soda: el salón (frontend), la cocina (backend) y la bodega (base de datos). El cliente pide en el salón, nunca entra a la bodega.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herramienta está por una razón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31720" y="13258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JavaScript en el servidor y atiende peticiones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815084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150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8150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datos; Mongoose define el molde y valida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042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31720" y="23042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de un producto se escribe una vez y se usa 50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793492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9349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27934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ya hechos que se ven bien en el celular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8269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32826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qué el frontend le pide datos al backend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71900"/>
            <a:ext cx="50292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7190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JWT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31720" y="37719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Encripta contraseñas y recuerda quién está conectado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15000" y="1325880"/>
            <a:ext cx="2971800" cy="2935224"/>
          </a:xfrm>
          <a:prstGeom prst="roundRect">
            <a:avLst>
              <a:gd name="adj" fmla="val 2492"/>
            </a:avLst>
          </a:prstGeom>
          <a:solidFill>
            <a:srgbClr val="1B1240"/>
          </a:solidFill>
          <a:ln w="12700">
            <a:solidFill>
              <a:srgbClr val="1B1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3716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lenguaje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897880" y="24505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en las dos mitades: en el navegador y en el servidor.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97880" y="3017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9C9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lados hablan JSON, que es literalmente cómo se escriben los objetos en JavaScript. Cero traducción mental.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tecnología es "la mejor": es la mejor para un problema concreto.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HABLAN LAS DOS MITADES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verbos: pedir, crear, cambiar, borrar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2801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datos  </a:t>
            </a: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Dame la lista de productos. No cambia nada.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193852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algo nuevo  </a:t>
            </a: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este producto nuevo / esta venta.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96896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C98200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259689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lo que existe  </a:t>
            </a: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producto ahora cuesta ₡1.200.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55264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B8323C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552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25526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 </a:t>
            </a: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Borrá esta venta que se registró mal.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respuesta siempre trae un código de estado: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418795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</a:t>
            </a: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salió bien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07692" y="418795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62556" y="418795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</a:t>
            </a: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creó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758184" y="418795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3048" y="418795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</a:t>
            </a: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mandaste mal los datos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08676" y="418795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3540" y="418795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</a:t>
            </a: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sesión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59168" y="418795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4187952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</a:t>
            </a: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mitades tienen que estar de acuerdo en los nombres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base de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627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guarda MongoDB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84708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precioCompra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precioVenta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28016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56632" y="1389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pantalla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56632" y="16276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lee React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56632" y="1847088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precioCompra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precioVenta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121408"/>
            <a:ext cx="329184" cy="329184"/>
          </a:xfrm>
          <a:prstGeom prst="ellipse">
            <a:avLst/>
          </a:prstGeom>
          <a:solidFill>
            <a:srgbClr val="1B12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84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nombres no coinciden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" y="38221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lado dice precioVenta y el otro precio_venta: la pantalla muestra vacío y el error no dice por qué. Se define una sola vez y no se cambia.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347472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3DC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3584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el error garantizado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56632" y="382219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permiso para que el frontend le hable al backend. La primera petición de la clase 9 va a fallar. No es un bug: es el servidor preguntando quién le está hablando.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piezas explican casi todo React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2788920"/>
          </a:xfrm>
          <a:prstGeom prst="roundRect">
            <a:avLst>
              <a:gd name="adj" fmla="val 2963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memoria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 que puede cambiar: la lista de productos, lo que escribió el usuario, si está cargando.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dato cambia, la pantalla se redibuja sola.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468880" cy="2788920"/>
          </a:xfrm>
          <a:prstGeom prst="roundRect">
            <a:avLst>
              <a:gd name="adj" fmla="val 2963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63040"/>
            <a:ext cx="384048" cy="384048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938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48716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cuándo hacer algo: al abrir la pantalla, traer los productos del backend.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esto, la pantalla nunca pediría datos.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468880" cy="2788920"/>
          </a:xfrm>
          <a:prstGeom prst="roundRect">
            <a:avLst>
              <a:gd name="adj" fmla="val 2963"/>
            </a:avLst>
          </a:prstGeom>
          <a:solidFill>
            <a:srgbClr val="FFF3DC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463040"/>
            <a:ext cx="384048" cy="384048"/>
          </a:xfrm>
          <a:prstGeom prst="ellipse">
            <a:avLst/>
          </a:prstGeom>
          <a:solidFill>
            <a:srgbClr val="C98200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1938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.map()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 pantalla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487168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una lista de 50 productos en 50 tarjetas, con la tarjeta escrita una sola vez.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necesita su key.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sigue en el curso son variaciones de estas tres. Si estas se entienden, el resto es práctica.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CATÁLOGO PÚBLICO — SIN LOGIN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 el cliente y lo que pasa detrás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94760" cy="2834640"/>
          </a:xfrm>
          <a:prstGeom prst="roundRect">
            <a:avLst>
              <a:gd name="adj" fmla="val 2581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cliente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cuadrícula de productos con foto y precio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etiqueta: Disponible o Agotado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buscador que filtra mientras escribe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 12 productos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Hacer Pedido con un formulario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28016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56632" y="1371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(React)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56632" y="160934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abrir, useEffect pide los productos con axios. Los guarda en un useState y los pinta con .map(). Mientras espera, muestra Cargando; si falla, muestra un mensaje.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92040" y="278892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2880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(Express)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56632" y="31181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GET /api/products/public, busca en MongoDB solo los productos activos, arma la página de 12 y responde en JSON. No pide token: es información pública.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va primero porque tiene casi todo el curso adentro, sin la complicación del login.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mientras escribe, sin ahogar al servidor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debounce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petición por cada tecla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57276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2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06440" y="2121408"/>
            <a:ext cx="155448" cy="155448"/>
          </a:xfrm>
          <a:prstGeom prst="ellipse">
            <a:avLst/>
          </a:prstGeom>
          <a:solidFill>
            <a:srgbClr val="B83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"coca cola"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peticiones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7889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9260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debounce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3172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400 ms de silencio y ahí sí pregunta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8892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6324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8620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6052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8348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5780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212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06440" y="3081528"/>
            <a:ext cx="155448" cy="155448"/>
          </a:xfrm>
          <a:prstGeom prst="ellipse">
            <a:avLst/>
          </a:prstGeom>
          <a:solidFill>
            <a:srgbClr val="6B6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06440" y="3630168"/>
            <a:ext cx="155448" cy="155448"/>
          </a:xfrm>
          <a:prstGeom prst="ellipse">
            <a:avLst/>
          </a:prstGeom>
          <a:solidFill>
            <a:srgbClr val="0E7C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"coca cola"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0936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petición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resultado para el cliente, doce veces menos trabajo para el servidor.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SOPORTE · LOGIN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contraseña no se guarda: se guarda su huella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53896"/>
            <a:ext cx="310896" cy="310896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escribe su correo y contraseña </a:t>
            </a: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pantalla los manda con POST /api/auth/login.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20824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94560"/>
            <a:ext cx="310896" cy="310896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02082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no compara contraseñas </a:t>
            </a: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huellas: bcrypt convirtió la contraseña en una huella imposible de revertir.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35224"/>
            <a:ext cx="310896" cy="310896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6148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coincide, el servidor firma un token </a:t>
            </a: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JWT: un brazalete con su firma. Responde el token y los datos del usuario.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50215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675888"/>
            <a:ext cx="310896" cy="310896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50215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guarda el token </a:t>
            </a: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manda en el encabezado de cada petición protegida, de ahí en adelante.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1280160"/>
            <a:ext cx="3108960" cy="2962656"/>
          </a:xfrm>
          <a:prstGeom prst="roundRect">
            <a:avLst>
              <a:gd name="adj" fmla="val 2469"/>
            </a:avLst>
          </a:prstGeom>
          <a:solidFill>
            <a:srgbClr val="1B1240"/>
          </a:solidFill>
          <a:ln w="12700">
            <a:solidFill>
              <a:srgbClr val="1B1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trae el brazalete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0" y="1975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 del usuario y su rol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60720" y="2350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cuándo vale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0" y="2542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solo, sin que nadie lo borre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60720" y="2916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firma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60720" y="31089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hecha con una clave que solo tiene el servidor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6072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C9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le cambia una letra, la firma no cuadra y el backend lo rechaza con 401.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se roba la base de datos, no puede sacar las contraseñas. Ni nosotros podemos.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SOPORTE · LOGIN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Proteger se hace de los dos lados, pero solo uno cuenta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backend: seguridad de verdad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middleware revisa el token en cada petición protegida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firma y que no esté vencido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cuadra, responde 401 y no ejecuta nada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la pantalla esté hackeada, el dato no sale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1389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frontend: solo comodidad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revisa si hay token guardado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hay, manda a la pantalla de login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del menú lo que el usuario no puede usar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vea pantallas vacías o errores raros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6576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obligatoria en clase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389534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abrir la consola del navegador, escribir un token inventado y pasar la guarda del frontend. Esconder un botón no es proteger nada. La seguridad real la aplica el backend, que valida la firma en cada petición: el frontend solo hace que la app se sienta ordenada.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INVENTARIO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operaciones, atravesando las tres partes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la persona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14600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viaja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4920" y="1078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el servidor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pantalla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1325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C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/api/products/list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7492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en Mongo, arma la página de 10 y responde el total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482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 el formulario y guarda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04825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3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/api/products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204825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venga nombre y precios, crea el documento, responde 201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un precio y guarda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7706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8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/api/products/:id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74920" y="27706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id, cambia solo lo que llegó, responde el producto nuevo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93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Aprieta Eliminar y confirma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34930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3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/api/products/:id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74920" y="34930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el producto como inactivo en vez de borrarlo de verdad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de verdad borraría el historial de ventas de ese producto. Por eso se usa borrado lógico: activo: false. El producto desaparece de la pantalla, pero los datos siguen ahí.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INVENTARIO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formulario para dos trabajos, y la foto aparte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formulario, dos trabajos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componente crea y edita. Si recibe un producto, llena los campos y manda PUT. Si no recibe nada, sale en blanco y manda POST. Una pantalla en vez de dos, y la mitad del código.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FFF3DC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990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Sumar, no reemplazar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3246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editar hay dos campos: Tenés actualmente 12 y ¿Compraste más? Si escribe 24, quedan 36, no 24. Un detalle de la pantalla que evita perder inventario todos los días.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2984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foto, paso a paso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60020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1728216"/>
            <a:ext cx="310896" cy="310896"/>
          </a:xfrm>
          <a:prstGeom prst="ellipse">
            <a:avLst/>
          </a:prstGeom>
          <a:solidFill>
            <a:srgbClr val="6B6885"/>
          </a:solidFill>
          <a:ln w="12700">
            <a:solidFill>
              <a:srgbClr val="6B68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600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escoge la foto del celular: 4 MB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224028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368296"/>
            <a:ext cx="310896" cy="310896"/>
          </a:xfrm>
          <a:prstGeom prst="ellipse">
            <a:avLst/>
          </a:prstGeom>
          <a:solidFill>
            <a:srgbClr val="6B6885"/>
          </a:solidFill>
          <a:ln w="12700">
            <a:solidFill>
              <a:srgbClr val="6B68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22402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la comprime antes de subirla: 300 KB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288036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008376"/>
            <a:ext cx="310896" cy="310896"/>
          </a:xfrm>
          <a:prstGeom prst="ellipse">
            <a:avLst/>
          </a:prstGeom>
          <a:solidFill>
            <a:srgbClr val="6B6885"/>
          </a:solidFill>
          <a:ln w="12700">
            <a:solidFill>
              <a:srgbClr val="6B68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8803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la manda a Cloudinary, un almacén de imágenes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3520440"/>
            <a:ext cx="3794760" cy="566928"/>
          </a:xfrm>
          <a:prstGeom prst="roundRect">
            <a:avLst>
              <a:gd name="adj" fmla="val 12903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3648456"/>
            <a:ext cx="310896" cy="310896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5204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base de datos se guarda solo el enlace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guardar la foto en la base de datos? La pondría lentísima. ¿Y en el disco del servidor? Los servidores gratuitos borran los archivos al reiniciar.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VENTAS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carrito vive en la pantalla, no en la base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5F3FC"/>
          </a:solidFill>
          <a:ln w="12700">
            <a:solidFill>
              <a:srgbClr val="D9D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89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estado que cambia todo el tiempo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Agregar: si ya está en el carrito, sube la cantidad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y menos: cambian la cantidad de una línea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Quitar: saca la línea completa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toca el servidor todavía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83480" y="128016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1B1240"/>
          </a:solidFill>
          <a:ln w="12700">
            <a:solidFill>
              <a:srgbClr val="1B1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8072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total no se guarda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8072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calcula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8072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BF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suma de (precio × cantidad)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48072" y="245059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C9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el carrito cambia, el total se vuelve a calcular solo. Guardarlo en su propio estado significa dos verdades que se pueden contradecir.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C9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dato que se puede calcular no se guarda.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3DC"/>
          </a:solidFill>
          <a:ln w="12700">
            <a:solidFill>
              <a:srgbClr val="C98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319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9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agregar.  </a:t>
            </a: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cliente pide 5 y hay 3, la pantalla avisa Stock insuficiente y no deja seguir. Pero el servidor lo revisa otra vez cuando llega la venta: la pantalla avisa por cortesía, el servidor decide.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VENTAS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venta son tres cosas que pasan juntas o no pasan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481328"/>
            <a:ext cx="292608" cy="292608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" y="2066544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manda solo los id y las cantidades. Nada más.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07692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6564" y="1481328"/>
            <a:ext cx="292608" cy="292608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6564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6564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6564" y="2066544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busca cada producto y confirma que haya stock.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58184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77056" y="1481328"/>
            <a:ext cx="292608" cy="292608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77056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77056" y="2066544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venta con el precio que él mismo leyó de la base.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08676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E2F3F1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7548" y="1481328"/>
            <a:ext cx="292608" cy="292608"/>
          </a:xfrm>
          <a:prstGeom prst="ellipse">
            <a:avLst/>
          </a:prstGeom>
          <a:solidFill>
            <a:srgbClr val="0E7C74"/>
          </a:solidFill>
          <a:ln w="12700">
            <a:solidFill>
              <a:srgbClr val="0E7C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754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27548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7548" y="2066544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el stock de cada producto y registra el movimiento.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59168" y="1371600"/>
            <a:ext cx="1517904" cy="1737360"/>
          </a:xfrm>
          <a:prstGeom prst="roundRect">
            <a:avLst>
              <a:gd name="adj" fmla="val 4819"/>
            </a:avLst>
          </a:prstGeom>
          <a:solidFill>
            <a:srgbClr val="EDE9FB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1481328"/>
            <a:ext cx="292608" cy="292608"/>
          </a:xfrm>
          <a:prstGeom prst="ellipse">
            <a:avLst/>
          </a:prstGeom>
          <a:solidFill>
            <a:srgbClr val="5B3FD9"/>
          </a:solidFill>
          <a:ln w="12700">
            <a:solidFill>
              <a:srgbClr val="5B3F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3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2066544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recibe el vuelto, avisa y recarga los productos.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BE9EA"/>
          </a:solidFill>
          <a:ln w="12700">
            <a:solidFill>
              <a:srgbClr val="B83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4564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lo pone el servidor, no la pantalla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" y="3703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pantalla mandara el precio, cualquiera abre la consola, lo cambia a ₡1 y compra una caja de refrescos por menos que un chicle. El navegador está en la casa del cliente: nada de lo que venga de ahí se cree sin revisar. Y si el stock no alcanza, no se guarda nada: ni la venta a medias, ni el descuento a medias.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QUEDA APRENDIDO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esto está en un solo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258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partes de un sistema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34640" y="132588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44368" y="132588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y códigos HTTP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013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de nombres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801368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8013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y por qué existe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7685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useEffect, .map()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2276856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227685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controlados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52344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JWT y rutas protegidas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752344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752344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imágenes a la nube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27832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2783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derivado (el total)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34640" y="3227832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322783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compuestas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40680" y="132588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2E2364"/>
          </a:solidFill>
          <a:ln w="12700">
            <a:solidFill>
              <a:srgbClr val="4A3A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orden no es negociable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productos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0" y="2185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2356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2356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D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6B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necesita el anterior. Y cada clase tiene que dejar algo corriendo: no se avanza a lo siguiente hasta que lo de hoy funcione en la máquina.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2787</Words>
  <Application>Microsoft Office PowerPoint</Application>
  <PresentationFormat>Presentación en pantalla (16:9)</PresentationFormat>
  <Paragraphs>287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 de Juegos Ruiz — cómo está hecho un sistema web real</dc:title>
  <dc:subject>PptxGenJS Presentation</dc:subject>
  <dc:creator>Docente — Tercer año, Desarrollo de sistemas web</dc:creator>
  <cp:lastModifiedBy>antoyefruizg04@gmail.com</cp:lastModifiedBy>
  <cp:revision>2</cp:revision>
  <dcterms:created xsi:type="dcterms:W3CDTF">2026-07-29T22:55:37Z</dcterms:created>
  <dcterms:modified xsi:type="dcterms:W3CDTF">2026-07-29T23:01:17Z</dcterms:modified>
</cp:coreProperties>
</file>