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Hoy trabajamos cómo comunicarnos mejor de forma oral y escrita, aplicado a nuestra área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cuatro resultados de aprendizaje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comunicación y distinguir de entrada las dos formas: oral y escrita, con ejemplos del área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diagrama con un ejemplo del área: reporte de un bug por correo. Pedirles otro ejemplo a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 fila por fila pidiendo ejemplos. Conectar: un mensaje de voz de WhatsApp es oral aunque viaje por internet; el chat escrito es escrito aunque sea informal.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cinco requisitos en general. En las siguientes láminas se ve cada uno con ejemplo malo/bueno.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cada ejemplo malo y preguntar a la clase qué falla antes de mostrar la corrección. Dedicar 1-2 minutos por requisito.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Demostrar cada técnica exagerando el error (hablar al piso, con muletillas) para que lo identifiquen.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Proyectar el video (buscar el título en YouTube si el enlace cambia). Duración aproximada 15 min. Detener en momentos clave si conviene comentar.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Repartir el documento de prácticas. Aclarar que son formativas: sin nota, con retroalimentación.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114800" cy="41148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oral y escrita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2296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técnicas de comunicación oral y escrita según su contexto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  ·  Duodécimo año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lograr hoy?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2402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23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201168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900" dirty="0"/>
          </a:p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elementos de la comunicación oral y escrita.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09360" y="173736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6629400" y="22402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4231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0960" y="201168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</a:t>
            </a:r>
            <a:endParaRPr lang="en-US" sz="1900" dirty="0"/>
          </a:p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características del lenguaje oral y del lenguaje escrito.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40080" y="39319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12" name="Shape 8"/>
          <p:cNvSpPr/>
          <p:nvPr/>
        </p:nvSpPr>
        <p:spPr>
          <a:xfrm>
            <a:off x="960120" y="4434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6177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11680" y="420624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900" dirty="0"/>
          </a:p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escritos relacionados con el área técnica.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6309360" y="39319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16" name="Shape 11"/>
          <p:cNvSpPr/>
          <p:nvPr/>
        </p:nvSpPr>
        <p:spPr>
          <a:xfrm>
            <a:off x="6629400" y="4434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6177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80960" y="420624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Emplear</a:t>
            </a:r>
            <a:endParaRPr lang="en-US" sz="1900" dirty="0"/>
          </a:p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expresión oral en situaciones reales.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comunicación?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proceso mediante el cual una persona (emisor) transmite un mensaje a otra (receptor) a través de un canal, usando un código compartido, dentro de un contexto.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97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651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oral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05840" y="33375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transmite por medio de la voz y se recibe por el oído.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Inmediata y espontánea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es efímero: se lo lleva el aire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apoya en gestos, tono y pausas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exponer un proyecto web a un cliente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237744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4F7F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974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2651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escrita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675120" y="33375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transmite mediante signos gráficos (texto) y se recibe por la vista.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675120" y="4114800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Planificada y revisable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permanece en el tiempo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ortografía y redacción cuidada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informe técnico, correo, documentación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Elementos de la comunicación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10332720" cy="4754880"/>
          </a:xfrm>
          <a:prstGeom prst="roundRect">
            <a:avLst>
              <a:gd name="adj" fmla="val 2885"/>
            </a:avLst>
          </a:prstGeom>
          <a:solidFill>
            <a:srgbClr val="F4F7FD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 ·  situación y entorno donde ocurre la comunicación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2926080"/>
            <a:ext cx="1828800" cy="1828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envía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0" y="2926080"/>
            <a:ext cx="1828800" cy="1828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recibe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3520440"/>
            <a:ext cx="4663440" cy="640080"/>
          </a:xfrm>
          <a:prstGeom prst="rightArrow">
            <a:avLst/>
          </a:prstGeom>
          <a:solidFill>
            <a:srgbClr val="9DB4E6"/>
          </a:solidFill>
          <a:ln/>
        </p:spPr>
      </p:sp>
      <p:sp>
        <p:nvSpPr>
          <p:cNvPr id="12" name="Shape 10"/>
          <p:cNvSpPr/>
          <p:nvPr/>
        </p:nvSpPr>
        <p:spPr>
          <a:xfrm>
            <a:off x="3977640" y="214884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0792" y="2221992"/>
            <a:ext cx="163677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comunica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94960" y="46177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4690872"/>
            <a:ext cx="163677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medio: voz, papel, chat, correo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214884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85432" y="2221992"/>
            <a:ext cx="163677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signos: idioma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63550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técnico: un desarrollador (emisor) envía un correo (canal) en español (código) reportando un bug (mensaje) a su jefa (receptor) durante un proyecto (contexto).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 oral vs. lenguaje escrito</a:t>
            </a:r>
            <a:endParaRPr lang="en-US" sz="3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51960"/>
                <a:gridCol w="42519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 oral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 escrito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Auditivo (voz y oído)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(texto y vista)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Efímero: desaparece al decirse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Permanente: queda registrado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Espontáneo e inmediato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Planificado y revisable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Apoyos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Gestos, tono, pausas, volumen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Ortografía, puntuación, formato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corrige sobre la marcha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corrige antes de enviar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inmediata del receptor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diferida o inexistente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redacción y sus requisitos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es poner por escrito ideas de forma ordenada. Un buen texto técnico cumple cinco requisitos: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408176" y="274320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926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033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42062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entienda a la primera lectura.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999232" y="246888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3584448" y="274320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926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90672" y="37033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Precisión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136392" y="42062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exactas, datos concretos.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175504" y="246888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5760720" y="274320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9260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66944" y="37033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Sencillez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5312664" y="42062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natural, sin rebuscar.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351776" y="246888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7936992" y="274320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29260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43216" y="37033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Concisión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488936" y="42062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lo necesario, sin relleno.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9528048" y="246888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10113264" y="274320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292608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19488" y="37033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Originalidad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9665208" y="42062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voz propia, sin copiar.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requisitos en acción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Así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Así sí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"El sistema que hizo el equipo del que era parte el programador que renunció tiene fallos que podrían llegar a ser graves."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"El sistema tiene tres fallos graves. Los detallamos a continuación."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"Hace un tiempo el sitio se puso lento y varios usuarios se quejaron de algunas cosas."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"Desde el 12 de julio el sitio tarda 8 s en cargar (antes: 2 s). Hay 14 reportes sobre el formulario."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Sencillez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"Procedo a comunicarle la implementación exitosa de la solución tecnológica requerida por su distinguida persona."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"Le informo que ya instalamos la actualización que solicitó."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 mi humilde opinión personal, yo pienso y considero que tal vez podríamos valorar la posibilidad de hacer un respaldo."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"Recomiendo respaldar los datos antes de actualizar."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Copiar la definición de Wikipedia palabra por palabra en el informe.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Explicar el concepto con palabras propias y ejemplos del proyecto.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si una palabra se puede quitar sin cambiar el significado, sobra. Si hay que releer para entender, no hay claridad.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expresión oral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7556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Voz y dicción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14400" y="2423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suficiente, pronunciación clara y velocidad moderada. Variar el tono para no aburrir.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416552" y="1554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8288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9512" y="17556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 corporal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690872" y="2423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erguida, gestos naturales que acompañen las ideas. Evitar manos en los bolsillos o brazos cruzados.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193024" y="1554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18288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15984" y="17556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 visual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467344" y="2423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Mirar al público, no al piso ni solo a la pantalla. Repartir la mirada entre todos.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0690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4340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270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Pausas y muletillas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914400" y="4937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pausas para respirar y enfatizar. Reducir "este...", "o sea", "diay", "verdad".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416552" y="40690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34340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39512" y="4270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4690872" y="4937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(qué voy a decir), desarrollo (lo digo) y cierre (qué dije). Nunca improvisar el orden.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8193024" y="40690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34340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015984" y="4270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Adaptarse al público</a:t>
            </a:r>
            <a:endParaRPr lang="en-US" sz="1650" dirty="0"/>
          </a:p>
        </p:txBody>
      </p:sp>
      <p:sp>
        <p:nvSpPr>
          <p:cNvPr id="26" name="Text 18"/>
          <p:cNvSpPr/>
          <p:nvPr/>
        </p:nvSpPr>
        <p:spPr>
          <a:xfrm>
            <a:off x="8467344" y="4937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igual explicar código a un colega que a un cliente sin conocimientos técnicos.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Veamos a un experto en acción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28346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"Todos podemos hablar en público"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Mazzocco — TEDx UTN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youtube.com/watch?v=W5F1GyhM-pk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4572000"/>
            <a:ext cx="1051560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48006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ven el video, observen: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técnicas de expresión oral usa el orador? (voz, pausas, gestos, mirada, estructura)   ·   ¿Qué consejos da para vencer el miedo a hablar en público?   Anoten: lo necesitan para la Práctica 1.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389120" cy="438912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Manos a la obra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prácticas formativas (sin puntaje) para aplicar lo aprendido: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48716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4871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1680" y="237744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del video TEDx  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las técnicas de expresión oral del orador y sus consejos.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81304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130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11680" y="37033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redacción  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un texto técnico mal redactado y escribir un mini informe.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513892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1389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11680" y="502920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Explícaselo al cliente  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parejas: explicar un concepto técnico a un "cliente" sin conocimientos.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Recuerden: estas prácticas no tienen puntaje. El objetivo es equivocarse, corregir y mejorar.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2026-07-20T20:24:50Z</dcterms:created>
  <dcterms:modified xsi:type="dcterms:W3CDTF">2026-07-20T20:24:50Z</dcterms:modified>
</cp:coreProperties>
</file>